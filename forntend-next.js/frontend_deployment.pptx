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1" sz="4400">
                <a:solidFill>
                  <a:srgbClr val="009688"/>
                </a:solidFill>
                <a:latin typeface="Arial"/>
              </a:defRPr>
            </a:pPr>
            <a:r>
              <a:t>Next.js Frontend Deployment</a:t>
            </a:r>
          </a:p>
          <a:p>
            <a:pPr>
              <a:defRPr sz="1400"/>
            </a:pPr>
          </a:p>
          <a:p>
            <a:pPr algn="l">
              <a:defRPr sz="2000">
                <a:solidFill>
                  <a:srgbClr val="F0F0F0"/>
                </a:solidFill>
                <a:latin typeface="Arial"/>
              </a:defRPr>
            </a:pPr>
            <a:r>
              <a:t>Step-by-Step Production Guide on Ubuntu Server via PM2 &amp; Nginx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09688"/>
                </a:solidFill>
                <a:latin typeface="Arial"/>
              </a:defRPr>
            </a:pPr>
            <a:r>
              <a:t>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142030"/>
                </a:solidFill>
                <a:latin typeface="Arial"/>
              </a:defRPr>
            </a:pPr>
            <a:r>
              <a:t>Required Credentials &amp; Access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t>•  Ensure you have the server public IP address and the SSH login credential (private .pem key or root password).</a:t>
            </a:r>
          </a:p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t>•  Point your domain names (DNS A records) directly to your server's IP address.</a:t>
            </a:r>
          </a:p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t>•  Verify you have access to pull the code from the Git repository on the server.</a:t>
            </a:r>
          </a:p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t>•  Gather any frontend environment variables (like API endpoint URLs) to copy into your .env configuration file.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09688"/>
                </a:solidFill>
                <a:latin typeface="Arial"/>
              </a:defRPr>
            </a:pPr>
            <a:r>
              <a:t>STEP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142030"/>
                </a:solidFill>
                <a:latin typeface="Arial"/>
              </a:defRPr>
            </a:pPr>
            <a:r>
              <a:t>Establish SSH Connection &amp; Update Server Packages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t>•  Open your local terminal (macOS/Linux) or PowerShell (Windows).</a:t>
            </a:r>
          </a:p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t>•  Connect to the server using SSH: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Courier New"/>
              </a:defRPr>
            </a:pPr>
            <a:r>
              <a:t>•    $ ssh -i /path/to/key.pem ubuntu@your_server_ip</a:t>
            </a:r>
          </a:p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t>•  Update system libraries to ensure security patches are applied: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Courier New"/>
              </a:defRPr>
            </a:pPr>
            <a:r>
              <a:t>•    $ sudo apt update &amp;&amp; sudo apt upgrade -y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09688"/>
                </a:solidFill>
                <a:latin typeface="Arial"/>
              </a:defRPr>
            </a:pPr>
            <a:r>
              <a:t>STEP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142030"/>
                </a:solidFill>
                <a:latin typeface="Arial"/>
              </a:defRPr>
            </a:pPr>
            <a:r>
              <a:t>Install Node.js Version Manager (NVM) &amp; Node.js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t>•  Install NVM on the server to isolate and manage Node.js runtimes: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Courier New"/>
              </a:defRPr>
            </a:pPr>
            <a:r>
              <a:t>•    $ curl -o- https://raw.githubusercontent.com/nvm-sh/nvm/v0.39.7/install.sh | bash</a:t>
            </a:r>
          </a:p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t>•  Reload environment settings to enable the nvm command: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Courier New"/>
              </a:defRPr>
            </a:pPr>
            <a:r>
              <a:t>•    $ source ~/.bashrc   (or export NVM variables directly in terminal)</a:t>
            </a:r>
          </a:p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t>•  Install Node.js version 20 (LTS):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Courier New"/>
              </a:defRPr>
            </a:pPr>
            <a:r>
              <a:t>•    $ nvm install 20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Courier New"/>
              </a:defRPr>
            </a:pPr>
            <a:r>
              <a:t>•  Confirm node and npm installations using 'node -v' and 'npm -v'.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09688"/>
                </a:solidFill>
                <a:latin typeface="Arial"/>
              </a:defRPr>
            </a:pPr>
            <a:r>
              <a:t>STEP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142030"/>
                </a:solidFill>
                <a:latin typeface="Arial"/>
              </a:defRPr>
            </a:pPr>
            <a:r>
              <a:t>Create Directory, Clone Repo, &amp; Setup Env Variables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t>•  Create the deployment folder and adjust ownership rules to avoid permission errors: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Courier New"/>
              </a:defRPr>
            </a:pPr>
            <a:r>
              <a:t>•    $ sudo mkdir -p /home/ubuntu/frontend &amp;&amp; sudo chown -R $USER:$USER /home/ubuntu/frontend</a:t>
            </a:r>
          </a:p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t>•  Navigate into the folder and clone your repository: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Courier New"/>
              </a:defRPr>
            </a:pPr>
            <a:r>
              <a:t>•    $ cd /home/ubuntu/frontend &amp;&amp; git clone &lt;your_repository_url&gt; projectname</a:t>
            </a:r>
          </a:p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t>•  Navigate to project root, create a production environment variables file: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Courier New"/>
              </a:defRPr>
            </a:pPr>
            <a:r>
              <a:t>•    $ cd projectname &amp;&amp; nano .env</a:t>
            </a:r>
          </a:p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t>•  Add required configurations (e.g. NODE_ENV=production, NEXT_PUBLIC_API_URL=...) and save changes.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09688"/>
                </a:solidFill>
                <a:latin typeface="Arial"/>
              </a:defRPr>
            </a:pPr>
            <a:r>
              <a:t>STEP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142030"/>
                </a:solidFill>
                <a:latin typeface="Arial"/>
              </a:defRPr>
            </a:pPr>
            <a:r>
              <a:t>Install Project Dependencies &amp; Build Next.js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t>•  Install local dependencies including devDependencies needed to build the Next.js code: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Courier New"/>
              </a:defRPr>
            </a:pPr>
            <a:r>
              <a:t>•    $ npm install</a:t>
            </a:r>
          </a:p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t>•  Build the Next.js production bundle: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Courier New"/>
              </a:defRPr>
            </a:pPr>
            <a:r>
              <a:t>•    $ npm run build</a:t>
            </a:r>
          </a:p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t>•  This compiles static pages, components, CSS styles, and templates inside the hidden '.next' directory.</a:t>
            </a:r>
          </a:p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t>•  Verify build is completed successfully without errors.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09688"/>
                </a:solidFill>
                <a:latin typeface="Arial"/>
              </a:defRPr>
            </a:pPr>
            <a:r>
              <a:t>STEP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142030"/>
                </a:solidFill>
                <a:latin typeface="Arial"/>
              </a:defRPr>
            </a:pPr>
            <a:r>
              <a:t>Configure PM2 Process Manager &amp; Ecosystem 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t>•  Install PM2 globally on the server to monitor processes: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Courier New"/>
              </a:defRPr>
            </a:pPr>
            <a:r>
              <a:t>•    $ sudo npm install pm2 -g</a:t>
            </a:r>
          </a:p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t>•  Create a configuration file 'ecosystem.config.js' at the root of the project: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Courier New"/>
              </a:defRPr>
            </a:pPr>
            <a:r>
              <a:t>•    $ nano ecosystem.config.js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Courier New"/>
              </a:defRPr>
            </a:pPr>
            <a:r>
              <a:t>•  Add app configurations, specifying name as 'frontend', script as 'npm', and args as 'start'.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Courier New"/>
              </a:defRPr>
            </a:pPr>
            <a:r>
              <a:t>•  Start the frontend using the ecosystem file:   $ pm2 start ecosystem.config.js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Courier New"/>
              </a:defRPr>
            </a:pPr>
            <a:r>
              <a:t>•  Save the configuration and check status:   $ pm2 save &amp;&amp; pm2 status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09688"/>
                </a:solidFill>
                <a:latin typeface="Arial"/>
              </a:defRPr>
            </a:pPr>
            <a:r>
              <a:t>STEP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142030"/>
                </a:solidFill>
                <a:latin typeface="Arial"/>
              </a:defRPr>
            </a:pPr>
            <a:r>
              <a:t>Reverse Proxy Configuration (CloudPanel vs Nginx)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t>•  Option A (CloudPanel): Add a Reverse Proxy site for your domain pointing to port 3000, and generate SSL.</a:t>
            </a:r>
          </a:p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t>•  Option B (Manual Nginx): Verify or install Nginx: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Courier New"/>
              </a:defRPr>
            </a:pPr>
            <a:r>
              <a:t>•    $ sudo apt update &amp;&amp; sudo apt install nginx -y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Courier New"/>
              </a:defRPr>
            </a:pPr>
            <a:r>
              <a:t>•  Create a file in sites-available:   $ sudo nano /etc/nginx/sites-available/frontend.example.com</a:t>
            </a:r>
          </a:p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t>•  Add a server block listening on port 80 proxying requests to http://localhost:3000.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Courier New"/>
              </a:defRPr>
            </a:pPr>
            <a:r>
              <a:t>•  Link config to sites-enabled:   $ sudo ln -s /etc/nginx/sites-available/... /etc/nginx/sites-enabled/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Courier New"/>
              </a:defRPr>
            </a:pPr>
            <a:r>
              <a:t>•  Test settings and restart Nginx:   $ sudo nginx -t &amp;&amp; sudo systemctl restart nginx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09688"/>
                </a:solidFill>
                <a:latin typeface="Arial"/>
              </a:defRPr>
            </a:pPr>
            <a:r>
              <a:t>STEP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142030"/>
                </a:solidFill>
                <a:latin typeface="Arial"/>
              </a:defRPr>
            </a:pPr>
            <a:r>
              <a:t>Enable SSL (HTTPS) with Certbot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t>•  Install Certbot and the Nginx helper package on the server: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Courier New"/>
              </a:defRPr>
            </a:pPr>
            <a:r>
              <a:t>•    $ sudo apt install certbot python3-certbot-nginx -y</a:t>
            </a:r>
          </a:p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t>•  Generate Let's Encrypt certificates and auto-configure Nginx: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Courier New"/>
              </a:defRPr>
            </a:pPr>
            <a:r>
              <a:t>•    $ sudo certbot --nginx -d frontend.example.com</a:t>
            </a:r>
          </a:p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t>•  Select options to redirect all traffic to HTTPS automatically.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Courier New"/>
              </a:defRPr>
            </a:pPr>
            <a:r>
              <a:t>•  Test automatic renewal configuration:   $ sudo certbot renew --dry-run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09688"/>
                </a:solidFill>
                <a:latin typeface="Arial"/>
              </a:defRPr>
            </a:pPr>
            <a:r>
              <a:t>STEP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142030"/>
                </a:solidFill>
                <a:latin typeface="Arial"/>
              </a:defRPr>
            </a:pPr>
            <a:r>
              <a:t>Automate Deployment via GitHub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t>•  Set up repository secrets in GitHub settings: SSH_HOST, SSH_USER, and SSH_KEY.</a:t>
            </a:r>
          </a:p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t>•  Create a workflow file in local project: .github/workflows/deploy.yml</a:t>
            </a:r>
          </a:p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t>•  Configure a push action workflow for the 'main' branch.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Courier New"/>
              </a:defRPr>
            </a:pPr>
            <a:r>
              <a:t>•  Define deployment steps: SSH into server, git pull, npm install, npm run build, pm2 restart ecosystem.config.js.</a:t>
            </a:r>
          </a:p>
          <a:p>
            <a:pPr>
              <a:spcAft>
                <a:spcPts val="1400"/>
              </a:spcAft>
              <a:defRPr sz="1600">
                <a:solidFill>
                  <a:srgbClr val="142030"/>
                </a:solidFill>
                <a:latin typeface="Arial"/>
              </a:defRPr>
            </a:pPr>
            <a:r>
              <a:t>•  Commit and push deploy.yml to automatically trigger and verify deployment on push.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