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9688"/>
                </a:solidFill>
                <a:latin typeface="Arial"/>
              </a:defRPr>
            </a:pPr>
            <a:r>
              <a:t>Django Backend &amp; PostgreSQL Deployment</a:t>
            </a:r>
          </a:p>
          <a:p>
            <a:pPr>
              <a:defRPr sz="1400"/>
            </a:pPr>
            <a:endParaRPr/>
          </a:p>
          <a:p>
            <a:pPr algn="l">
              <a:defRPr sz="2000">
                <a:solidFill>
                  <a:srgbClr val="F0F0F0"/>
                </a:solidFill>
                <a:latin typeface="Arial"/>
              </a:defRPr>
            </a:pPr>
            <a:r>
              <a:t>Step-by-Step Production Guide on Ubuntu Server using PM2, Nginx, &amp;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Required Parameters &amp;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Gather the server public IP, SSH user, and private key file (.pem).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Define database info to create: DB Name, DB User, and DB password.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Point your backend API subdomain (DNS A record) to the server IP.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Locate your project settings directory to update ALLOWED_HOSTS and production database configurations.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STEP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Log in and Install PostgreSQL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rPr dirty="0"/>
              <a:t>•  Establish SSH connection to the server:   $ ssh -</a:t>
            </a:r>
            <a:r>
              <a:rPr dirty="0" err="1"/>
              <a:t>i</a:t>
            </a:r>
            <a:r>
              <a:rPr dirty="0"/>
              <a:t> &lt;key&gt; </a:t>
            </a:r>
            <a:r>
              <a:rPr dirty="0" err="1"/>
              <a:t>ubuntu@your_server_ip</a:t>
            </a:r>
            <a:endParaRPr lang="en-US" dirty="0"/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rPr lang="en-US" b="1" dirty="0"/>
              <a:t>• Check first is that installed </a:t>
            </a:r>
            <a:r>
              <a:rPr lang="en-US" b="1" dirty="0" err="1"/>
              <a:t>postgress</a:t>
            </a:r>
            <a:r>
              <a:rPr lang="en-US" b="1" dirty="0"/>
              <a:t> or not 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rPr lang="en-US" dirty="0"/>
              <a:t>$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status </a:t>
            </a:r>
            <a:r>
              <a:rPr lang="en-US" dirty="0" err="1"/>
              <a:t>postgress</a:t>
            </a:r>
            <a:endParaRPr lang="en-US" b="1" dirty="0"/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rPr dirty="0"/>
              <a:t>•  Update packages and install PostgreSQL plus database compiler dependencies</a:t>
            </a:r>
            <a:r>
              <a:rPr lang="en-US" dirty="0"/>
              <a:t> if not installed</a:t>
            </a:r>
            <a:r>
              <a:rPr dirty="0"/>
              <a:t>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rPr dirty="0"/>
              <a:t>•    $ </a:t>
            </a:r>
            <a:r>
              <a:rPr dirty="0" err="1"/>
              <a:t>sudo</a:t>
            </a:r>
            <a:r>
              <a:rPr dirty="0"/>
              <a:t> apt update &amp;&amp; </a:t>
            </a:r>
            <a:r>
              <a:rPr dirty="0" err="1"/>
              <a:t>sudo</a:t>
            </a:r>
            <a:r>
              <a:rPr dirty="0"/>
              <a:t> apt install </a:t>
            </a:r>
            <a:r>
              <a:rPr dirty="0" err="1"/>
              <a:t>postgresql</a:t>
            </a:r>
            <a:r>
              <a:rPr dirty="0"/>
              <a:t> </a:t>
            </a:r>
            <a:r>
              <a:rPr dirty="0" err="1"/>
              <a:t>postgresql-contrib</a:t>
            </a:r>
            <a:r>
              <a:rPr dirty="0"/>
              <a:t> -y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STEP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Create Database &amp; User, Grant Privileges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Access the administrative SQL prompt:   $ sudo -i -u postgres psql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Create database:   CREATE DATABASE my_django_db;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Create user:   CREATE USER django_db_user WITH PASSWORD 'SuperSecurePassword123';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Assign all permissions:   GRANT ALL PRIVILEGES ON DATABASE my_django_db TO django_db_user;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On PostgreSQL 15+, switch database and grant schema rights: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  \c my_django_db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  GRANT ALL ON SCHEMA public TO django_db_user;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Exit database CLI:   \q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STEP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Configure Remote Access for PostgreSQL (Optional)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Edit postgresql.conf to listen on all IP addresses: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sudo nano /etc/postgresql/15/main/postgresql.conf  -&gt; listen_addresses = '*'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Edit pg_hba.conf to whitelist connections: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sudo nano /etc/postgresql/15/main/pg_hba.conf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  Add: host all all 0.0.0.0/0 scram-sha-256 (or limit to frontend IP for security)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Open port 5432 and restart service: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sudo ufw allow 5432/tcp &amp;&amp; sudo systemctl restart postgresql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STEP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Update Local Django Project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Open the local project on your PC.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Install Gunicorn (WSGI server) and WhiteNoise (for static file assets styling in production):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pip install gunicorn whitenoise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Update settings.py with: DEBUG = False, ALLOWED_HOSTS = ['api.example.com', 'server_ip']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Add 'whitenoise.middleware.WhiteNoiseMiddleware' directly under security middleware.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Configure database parameters to use server-side credentials and set static root pathways.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STEP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Save Requirements &amp; Push to Git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Export all project requirements:   $ pip freeze &gt; requirements.txt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Confirm gunicorn, whitenoise, and database adapter packages are listed in requirements.txt.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Commit and push your files to remote repo (GitHub/GitLab):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git add . &amp;&amp; git commit -m 'Setup production settings' &amp;&amp; git push origin 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STEP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Setup Server Directory and Pull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Create deployment directories on the server:   $ sudo mkdir -p /home/ubuntu/backend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Set user ownership rules:   $ sudo chown -R $USER:$USER /home/ubuntu/backend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Clone repository inside directory:   $ cd /home/ubuntu/backend &amp;&amp; git clone &lt;url&gt; repo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Create environment file:   $ cd repo &amp;&amp; nano .env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Paste database details, key configurations, debug settings and save the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STEP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Configure Python Virtualenv and Install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Create a python virtual environment:   $ python3 -m venv venv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Activate the environment:   $ source venv/bin/activate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Install project requirement dependencies:   $ pip install --upgrade pip &amp;&amp; pip install -r requirements.txt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Run migrations:   $ python manage.py migrate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Generate admin css assets static files:   $ python manage.py collectstatic --no-input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STEP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Setup PM2 to Run Gunicorn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Create 'ecosystem.config.js' file in backend folder:   $ nano ecosystem.config.js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Define application settings: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  Name: 'backend', Script: 'venv/bin/gunicorn', Args: '--workers 3 --bind 127.0.0.1:8000 myproject.wsgi:application'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Start process manager:   $ pm2 start ecosystem.config.js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Persist running backend application:   $ pm2 save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STEP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Reverse Proxy Configuration (CloudPanel vs Nginx)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Option A (CloudPanel): Add a Reverse Proxy targeting port 8000 and configure SSL via dashboard.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Option B (Manual Nginx): Add Nginx configuration file: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sudo nano /etc/nginx/sites-available/api.example.com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Define locations for static files alias paths and proxy pass other routing queries to http://localhost:8000.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Activate site configurations and reboot:   $ sudo ln -s ... &amp;&amp; sudo nginx -t &amp;&amp; sudo systemctl restart nginx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  <a:latin typeface="Arial"/>
              </a:defRPr>
            </a:pPr>
            <a:r>
              <a:t>STEP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0"/>
                </a:solidFill>
                <a:latin typeface="Arial"/>
              </a:defRPr>
            </a:pPr>
            <a:r>
              <a:t>Configure SSL &amp; Automation via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Run Certbot for SSL configuration:   $ sudo certbot --nginx -d api.example.com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Configure SSH host, user, and keys under repository secrets in GitHub.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Create local repository workflow file: .github/workflows/deploy.yml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Add runner jobs: ssh login, git pull, activate venv, pip install, migrate database, collect static, and pm2 restart ecosystem.config.js.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Verify end-to-end automation triggers successfully on git push.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1009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Saiful islam</cp:lastModifiedBy>
  <cp:revision>2</cp:revision>
  <dcterms:created xsi:type="dcterms:W3CDTF">2013-01-27T09:14:16Z</dcterms:created>
  <dcterms:modified xsi:type="dcterms:W3CDTF">2026-06-17T02:58:18Z</dcterms:modified>
  <cp:category/>
</cp:coreProperties>
</file>