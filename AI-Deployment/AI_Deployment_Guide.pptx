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92024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8BDF8"/>
                </a:solidFill>
                <a:latin typeface="Segoe UI"/>
              </a:defRPr>
            </a:pPr>
            <a:r>
              <a:t>PRODUCTION PIPELINE FOR PRE-TRAINED AI MODELS</a:t>
            </a:r>
          </a:p>
          <a:p>
            <a:pPr>
              <a:defRPr sz="5200" b="1">
                <a:solidFill>
                  <a:srgbClr val="F8FAFC"/>
                </a:solidFill>
                <a:latin typeface="Segoe UI"/>
              </a:defRPr>
            </a:pPr>
            <a:r>
              <a:t>Docker AI Deployment Guide</a:t>
            </a:r>
          </a:p>
          <a:p>
            <a:pPr>
              <a:spcBef>
                <a:spcPts val="600"/>
              </a:spcBef>
              <a:defRPr sz="2200">
                <a:solidFill>
                  <a:srgbClr val="94A3B8"/>
                </a:solidFill>
                <a:latin typeface="Segoe UI"/>
              </a:defRPr>
            </a:pPr>
            <a:r>
              <a:t>Ubuntu Server  |  RunPod Cloud GPU  |  CI/CD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Streamlit + YOLO11  |  One Unified Dockerfile  |  Nginx + SSL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DOCKER AI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Presentation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Option 1 - Self-Hosted Server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Step 1: Install Docker (GPU or CPU path)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Step 2: Build &amp; launch app with Docker Compose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Step 3: Install Nginx &amp; Certbot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Step 4: Create Nginx server block config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Step 5: Enable site &amp; restart Nginx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Step 6: Issue SSL certificate with Certbot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Option 2 - RunPod + CI/CD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RunPod Pods: Persistent GPU workspaces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RunPod Serverless: Autoscaling pay-per-second API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CI/CD: GitHub Actions workflow for ML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Model weight storage best practices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Automated build, test, and deploy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Unified Configuration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Dockerfile Highlights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Base: pytorch/pytorch:2.1.0-cuda12.1-cudnn8-runtime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Works on GPU servers AND CPU-only servers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Installs mesa-glx + glib2.0 for OpenCV support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pip install from requirements.txt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Copies model/best.pt + pothole.py into image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EXPOSE 8501 (Streamlit port)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docker-compose.yml Highlights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Maps port 8501:8501 to host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restart: always - auto-restarts on crash or reboot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PYTORCH_CUDA_ALLOC_CONF env var for memory safety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GPU pass-through via deploy.resources.reservations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CPU-Only: remove deploy block - nothing else changes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OPTION 1 : UBUNTU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Step 1 - Install Docker on the Host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22C55E"/>
                </a:solidFill>
                <a:latin typeface="Segoe UI"/>
              </a:defRPr>
            </a:pPr>
            <a:r>
              <a:t>GPU Server (NVIDIA)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ubuntu-drivers install &amp;&amp; sudo reboot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apt install -y docker.io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Add NVIDIA Container Toolkit repo keys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apt install nvidia-container-toolkit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nvidia-ctk runtime configure --runtime=docker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systemctl restart docker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FB923C"/>
                </a:solidFill>
                <a:latin typeface="Segoe UI"/>
              </a:defRPr>
            </a:pPr>
            <a:r>
              <a:t>CPU-Only Server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No NVIDIA drivers or toolkit needed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apt update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apt install -y docker.io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systemctl enable --now docker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Comment out the deploy: block in docker-compose.yml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PyTorch auto-falls back to CPU - no code changes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OPTION 1 : UBUNTU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Step 2 - Build &amp; Launch the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600200"/>
            <a:ext cx="5788152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rPr dirty="0"/>
              <a:t>Deploy Commands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rPr dirty="0"/>
              <a:t>• SSH into the server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rPr dirty="0"/>
              <a:t>• git clone https://github.com/.../your-ai-</a:t>
            </a:r>
            <a:r>
              <a:rPr dirty="0" err="1"/>
              <a:t>project.git</a:t>
            </a:r>
            <a:endParaRPr dirty="0"/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rPr dirty="0"/>
              <a:t>• cd your-ai-project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rPr dirty="0"/>
              <a:t>• docker compose up -d --build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rPr dirty="0"/>
              <a:t>• -d = background, --build = rebuild image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Verification Commands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docker ps  -- confirms container is running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docker logs -f pothole-segmentation-app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Exec into container to check GPU: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docker exec -it pothole-segmentation-app python -c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  import torch; print(torch.cuda.is_available())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Expected: True (GPU) or False (CPU fallback)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OPTION 1 : NGINX + SSL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Step 3 - Install Nginx &amp; Certbot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Why Nginx?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Acts as a reverse proxy in front of Streamlit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Routes public port 80/443 to internal port 8501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Handles SSL termination (HTTPS encryption)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Supports WebSocket headers required by Streamlit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Controls upload size limits (client_max_body_size 50M)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Installation Commands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apt update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apt install -y nginx certbot python3-certbot-nginx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systemctl start nginx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systemctl enable nginx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Nginx now listens on port 80 - visible from the internet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OPTION 1 : NGINX + SSL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Steps 4 &amp; 5 - Configure &amp; Enable Nginx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Step 4 - Server Block Content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nano /etc/nginx/sites-available/pothole-segmentation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server { listen 80; server_name your-domain.com; }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proxy_pass http://localhost:8501;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proxy_set_header Upgrade + Connection (WebSocket support)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client_max_body_size 50M; (for image uploads)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Step 5 - Enable &amp; Restart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Create symlink to activate the config: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ln -s /etc/nginx/sites-available/pothole-segmentation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  /etc/nginx/sites-enabled/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nginx -t  -- test for syntax errors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systemctl restart nginx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App now accessible at http://your-domain.com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OPTION 1 : NGINX + SSL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Step 6 - Issue SSL Certificate (HTTPS)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22C55E"/>
                </a:solidFill>
                <a:latin typeface="Segoe UI"/>
              </a:defRPr>
            </a:pPr>
            <a:r>
              <a:t>Certbot Command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sudo certbot --nginx -d your-domain.com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Certbot contacts Let's Encrypt CA automatically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Installs certificate files into Nginx config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Enables automatic HTTP to HTTPS redirect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App is now live at https://your-domain.com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Auto-Renewal &amp; Security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Certbot sets up a system cron/timer job automatically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Certificate renews every 90 days without manual action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All user uploads &amp; predictions are encrypted in transit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Browser shows trusted padlock icon (no SSL warnings)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RUNPOD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Option 2 - RunPod Cloud GPU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Method A: RunPod Pods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Persistent GPU instances billed hourly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Full terminal access via SSH or Jupyter Lab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Persistent Network Volume keeps data across restarts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cd /workspace, clone repo, pip install, streamlit run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Connect - HTTP [Port 8501] gives a public HTTPS URL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Best for: dashboards, demos, interactive testing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Method B: RunPod Serverless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Billed per-second only when handling requests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$0.00 idle cost when no traffic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Autoscales 0 to N workers on demand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Requires a handler.py wrapping YOLO inference logic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Build + push Docker image to Docker Hub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Best for: production APIs with variable traffic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MLOPS : GITHUB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CI/CD Pipeline for AI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3-Job GitHub Actions Workflow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Trigger: push to main branch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Job 1 - Test Model: load weights, run pytest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Job 2 - Build Docker: login, build, push to Docker Hub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Job 3 - Deploy via SSH: git pull, docker compose pull, restart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File: .github/workflows/deploy.yml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Model Weights Best Practices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Never push .pt files to GitHub (too large, slow Git)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Store weights in AWS S3 or Google Cloud Storage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In CI, runner downloads weights at build time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Weights are baked into the Docker image before pushing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Secrets managed via GitHub Repository Secrets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F8FAFC"/>
                </a:solidFill>
                <a:latin typeface="Segoe UI"/>
              </a:defRPr>
            </a:pPr>
            <a:r>
              <a:t>Deployment Decision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38BDF8"/>
                </a:solidFill>
                <a:latin typeface="Segoe UI"/>
              </a:defRPr>
            </a:pPr>
            <a:r>
              <a:t>Speed &amp; Cost Comparison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GPU Server: ~10-30ms / image  |  $40-$100+/mo fixed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CPU Server: ~100-300ms / image  |  $5-$20/mo fixed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RunPod Pods: ~10-30ms  |  hourly billing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RunPod Serverless: ~10-30ms  |  pay-per-second, $0 idle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All methods use one unified Dockerfile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00200"/>
            <a:ext cx="5120640" cy="429768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256032" bIns="201168" rtlCol="0" anchor="ctr"/>
          <a:lstStyle/>
          <a:p>
            <a:pPr algn="ctr">
              <a:spcAft>
                <a:spcPts val="1200"/>
              </a:spcAft>
              <a:defRPr sz="1700" b="1">
                <a:solidFill>
                  <a:srgbClr val="22C55E"/>
                </a:solidFill>
                <a:latin typeface="Segoe UI"/>
              </a:defRPr>
            </a:pPr>
            <a:r>
              <a:t>Which Option Should You Choose?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Low traffic / budget: CPU Server ($5-$20/mo)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High traffic / live video: GPU Server or RunPod Pods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Variable API traffic: RunPod Serverless (most cost-efficient)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Active development: RunPod Pods (fast iteration)</a:t>
            </a:r>
          </a:p>
          <a:p>
            <a:pPr>
              <a:spcAft>
                <a:spcPts val="700"/>
              </a:spcAft>
              <a:defRPr sz="1250">
                <a:solidFill>
                  <a:srgbClr val="F8FAFC"/>
                </a:solidFill>
                <a:latin typeface="Segoe UI"/>
              </a:defRPr>
            </a:pPr>
            <a:r>
              <a:t>• Team workflow: add CI/CD from day 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1222</Words>
  <Application>Microsoft Office PowerPoint</Application>
  <PresentationFormat>Custom</PresentationFormat>
  <Paragraphs>151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Saiful islam</cp:lastModifiedBy>
  <cp:revision>2</cp:revision>
  <dcterms:created xsi:type="dcterms:W3CDTF">2013-01-27T09:14:16Z</dcterms:created>
  <dcterms:modified xsi:type="dcterms:W3CDTF">2026-06-24T06:03:16Z</dcterms:modified>
  <cp:category/>
</cp:coreProperties>
</file>