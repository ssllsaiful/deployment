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PRODUCTION-GRADE PIPELINE</a:t>
            </a:r>
          </a:p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AI Model Deployment Guide</a:t>
            </a:r>
          </a:p>
          <a:p>
            <a:pPr>
              <a:spcBef>
                <a:spcPts val="500"/>
              </a:spcBef>
              <a:defRPr sz="2800">
                <a:solidFill>
                  <a:srgbClr val="94A3B8"/>
                </a:solidFill>
                <a:latin typeface="Segoe UI"/>
              </a:defRPr>
            </a:pPr>
            <a:r>
              <a:t>Ubuntu Server &amp; RunPod Cloud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Pothole Instance Segmentation Deployment Presentation • Streamlit + YOLO11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AI MODEL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Self-Hosted Ubuntu Server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Hardware and OS pre-requirements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NVIDIA graphics driver installations on Host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Docker-Based GPU Deployment (Recommended)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Bare-Metal setup using Conda and Systemd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Nginx reverse proxy and SSL securing via Certbot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2. RunPod Cloud GPU Platform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Platform features and host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GPU VRAM selection guidelines and pricing model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Method A: Persistent GPU instances (Pods)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Method B: Autoscaling API (RunPod Serverless)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Containerization and Dockerfile structures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Deployment options and selection matrix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UBUNTU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Ubuntu Server Pre-requirements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1645920"/>
            <a:ext cx="388620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OS &amp; CPU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Operating System:</a:t>
            </a:r>
            <a:br>
              <a:rPr dirty="0"/>
            </a:br>
            <a:r>
              <a:rPr dirty="0"/>
              <a:t>Ubuntu 22.04 / 24.04 LTS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LTS releases ensure packages are secure and stable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CPU Requirements:</a:t>
            </a:r>
            <a:br>
              <a:rPr dirty="0"/>
            </a:br>
            <a:r>
              <a:rPr dirty="0"/>
              <a:t>4 to 8+ vCPUs minimum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Crucial for request routing, data preprocessing and pipeline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224528" y="1645920"/>
            <a:ext cx="3648456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RAM &amp; NVMe SSD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RAM Requirements:</a:t>
            </a:r>
            <a:br/>
            <a:r>
              <a:t>16GB Minimum (32GB+ Rec.)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Models are loaded into system memory before being copied to GPU VRAM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Storage Space:</a:t>
            </a:r>
            <a:br/>
            <a:r>
              <a:t>100GB+ NVMe SSD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PyTorch, CUDA dependencies, and Docker layers consume substantial disk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84048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GPU &amp; Network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GPU Accelerator:</a:t>
            </a:r>
            <a:br>
              <a:rPr dirty="0"/>
            </a:br>
            <a:r>
              <a:rPr dirty="0"/>
              <a:t>NVIDIA GPU with modern CUDA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Proprietary drivers must be loaded directly onto the host kernel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Network Bandwidth:</a:t>
            </a:r>
            <a:br>
              <a:rPr dirty="0"/>
            </a:br>
            <a:r>
              <a:rPr dirty="0"/>
              <a:t>100 Mbps (1 Gbps+ Rec.)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Symmetric bandwidth allows fast model weight downloads and low latency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UBUNTU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NVIDIA GPU Driver Installation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74904" y="1645920"/>
            <a:ext cx="5477256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Installation Commands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Clean previous drivers:</a:t>
            </a:r>
            <a:br>
              <a:rPr dirty="0"/>
            </a:br>
            <a:r>
              <a:rPr dirty="0" err="1"/>
              <a:t>sudo</a:t>
            </a:r>
            <a:r>
              <a:rPr dirty="0"/>
              <a:t> apt-get purge </a:t>
            </a:r>
            <a:r>
              <a:rPr dirty="0" err="1"/>
              <a:t>nvidia</a:t>
            </a:r>
            <a:r>
              <a:rPr dirty="0"/>
              <a:t>* -y &amp;&amp; </a:t>
            </a:r>
            <a:r>
              <a:rPr dirty="0" err="1"/>
              <a:t>sudo</a:t>
            </a:r>
            <a:r>
              <a:rPr dirty="0"/>
              <a:t> apt-get </a:t>
            </a:r>
            <a:r>
              <a:rPr dirty="0" err="1"/>
              <a:t>autoremove</a:t>
            </a:r>
            <a:r>
              <a:rPr dirty="0"/>
              <a:t> -y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Update and review hardware:</a:t>
            </a:r>
            <a:br>
              <a:rPr dirty="0"/>
            </a:br>
            <a:r>
              <a:rPr dirty="0" err="1"/>
              <a:t>sudo</a:t>
            </a:r>
            <a:r>
              <a:rPr dirty="0"/>
              <a:t> apt update &amp;&amp; ubuntu-drivers devices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Install driver:</a:t>
            </a:r>
            <a:br>
              <a:rPr dirty="0"/>
            </a:br>
            <a:r>
              <a:rPr dirty="0" err="1"/>
              <a:t>sudo</a:t>
            </a:r>
            <a:r>
              <a:rPr dirty="0"/>
              <a:t> ubuntu-drivers install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Reboot machine to load modules:</a:t>
            </a:r>
            <a:br>
              <a:rPr dirty="0"/>
            </a:br>
            <a:r>
              <a:rPr dirty="0" err="1"/>
              <a:t>sudo</a:t>
            </a:r>
            <a:r>
              <a:rPr dirty="0"/>
              <a:t> reboot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59" y="1645920"/>
            <a:ext cx="5504561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Verification &amp; Core Command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Verification Command:</a:t>
            </a:r>
            <a:br>
              <a:rPr dirty="0"/>
            </a:br>
            <a:r>
              <a:rPr dirty="0" err="1"/>
              <a:t>nvidia-smi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Checks host kernel recognition, VRAM, and running processes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Driver recommendations:</a:t>
            </a:r>
            <a:br>
              <a:rPr dirty="0"/>
            </a:br>
            <a:r>
              <a:rPr dirty="0"/>
              <a:t>Always use the proprietary, tested branch (e.g. v550+)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Crucial foundation before configuring container runtimes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RECOMMENDED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NVIDIA Container Toolkit (Docker Setup)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592" y="1645920"/>
            <a:ext cx="5687568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Why Choose Docker?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Dependency Isolation:</a:t>
            </a:r>
            <a:br>
              <a:rPr dirty="0"/>
            </a:br>
            <a:r>
              <a:rPr dirty="0"/>
              <a:t>No CUDA version clashes, no </a:t>
            </a:r>
            <a:r>
              <a:rPr dirty="0" err="1"/>
              <a:t>conda</a:t>
            </a:r>
            <a:r>
              <a:rPr dirty="0"/>
              <a:t> package conflicts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Host Simplification:</a:t>
            </a:r>
            <a:br>
              <a:rPr dirty="0"/>
            </a:br>
            <a:r>
              <a:rPr dirty="0"/>
              <a:t>Host server only needs the NVIDIA driver + Docker + Toolkit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Portability:</a:t>
            </a:r>
            <a:br>
              <a:rPr dirty="0"/>
            </a:br>
            <a:r>
              <a:rPr dirty="0"/>
              <a:t>Same container image runs on local Ubuntu, AWS, or </a:t>
            </a:r>
            <a:r>
              <a:rPr dirty="0" err="1"/>
              <a:t>RunPod</a:t>
            </a:r>
            <a:r>
              <a:rPr dirty="0"/>
              <a:t> Serverless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Reboots are clean and start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60527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Installation Steps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1. Install standard Docker:</a:t>
            </a:r>
            <a:br/>
            <a:r>
              <a:t>sudo apt install -y docker.io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2. Add NVIDIA Toolkit package repository keys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3. Install toolkit package:</a:t>
            </a:r>
            <a:br/>
            <a:r>
              <a:t>sudo apt-get install nvidia-container-toolkit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4. Configure Docker daemon runtime:</a:t>
            </a:r>
            <a:br/>
            <a:r>
              <a:t>sudo nvidia-ctk runtime configure --runtime=docker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5. Restart service:</a:t>
            </a:r>
            <a:br/>
            <a:r>
              <a:t>sudo systemctl restart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RECOMMENDED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Docker Deployment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645920"/>
            <a:ext cx="537667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 err="1"/>
              <a:t>Dockerfile</a:t>
            </a:r>
            <a:r>
              <a:rPr dirty="0"/>
              <a:t> Structure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Base Image:</a:t>
            </a:r>
            <a:br>
              <a:rPr dirty="0"/>
            </a:br>
            <a:r>
              <a:rPr dirty="0"/>
              <a:t>FROM </a:t>
            </a:r>
            <a:r>
              <a:rPr dirty="0" err="1"/>
              <a:t>pytorch</a:t>
            </a:r>
            <a:r>
              <a:rPr dirty="0"/>
              <a:t>/pytorch:2.1.0-cuda12.1-cudnn8-runtime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System Libs:</a:t>
            </a:r>
            <a:br>
              <a:rPr dirty="0"/>
            </a:br>
            <a:r>
              <a:rPr dirty="0"/>
              <a:t>Install mesa-</a:t>
            </a:r>
            <a:r>
              <a:rPr dirty="0" err="1"/>
              <a:t>glx</a:t>
            </a:r>
            <a:r>
              <a:rPr dirty="0"/>
              <a:t> and glib2.0 for OpenCV support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Dependencies:</a:t>
            </a:r>
            <a:br>
              <a:rPr dirty="0"/>
            </a:br>
            <a:r>
              <a:rPr dirty="0"/>
              <a:t>RUN pip install -r requirements.txt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Source:</a:t>
            </a:r>
            <a:br>
              <a:rPr dirty="0"/>
            </a:br>
            <a:r>
              <a:rPr dirty="0"/>
              <a:t>Copy model/best.pt and pothole.py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Port:</a:t>
            </a:r>
            <a:br>
              <a:rPr dirty="0"/>
            </a:br>
            <a:r>
              <a:rPr dirty="0"/>
              <a:t>EXPOSE 8501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Run CMD:</a:t>
            </a:r>
            <a:br>
              <a:rPr dirty="0"/>
            </a:br>
            <a:r>
              <a:rPr dirty="0" err="1"/>
              <a:t>Streamlit</a:t>
            </a:r>
            <a:r>
              <a:rPr dirty="0"/>
              <a:t> execution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Docker Compose Config (GPU Mapping)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Port Binding:</a:t>
            </a:r>
            <a:br/>
            <a:r>
              <a:t>- 8501:8501 maps Streamlit web client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Restart Policy:</a:t>
            </a:r>
            <a:br/>
            <a:r>
              <a:t>restart: always restarts container on boot or crash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NVIDIA GPU Integration:</a:t>
            </a:r>
            <a:br/>
            <a:r>
              <a:t>deploy.resources.reservations.devices:</a:t>
            </a:r>
            <a:br/>
            <a:r>
              <a:t>  - driver: nvidia</a:t>
            </a:r>
            <a:br/>
            <a:r>
              <a:t>    capabilities: [gpu]</a:t>
            </a:r>
            <a:br/>
            <a:r>
              <a:t>    count: all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Start command:</a:t>
            </a:r>
            <a:br/>
            <a:r>
              <a:t>docker compose up -d --build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ALTERNATIVE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Alternative Path: Bare-Metal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Conda Environment &amp; PyTorch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Install Miniconda package manager on host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Create dedicated Python 3.10 virtual space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Install PyTorch with GPU compatibility:</a:t>
            </a:r>
            <a:br/>
            <a:r>
              <a:t>pip3 install torch torchvision --index-url https://download.pytorch.org/whl/cu121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Install requirements: streamlit, ultralytics,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Systemd Background Manager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Unit File: /etc/systemd/system/pothole-streamlit.service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Set WorkingDirectory and correct env binary Path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Add environment parameters:</a:t>
            </a:r>
            <a:br/>
            <a:r>
              <a:t>PYTORCH_CUDA_ALLOC_CONF=expandable_segments:True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ExecStart:</a:t>
            </a:r>
            <a:br/>
            <a:r>
              <a:t>streamlit run pothole.py --server.port 8501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Control service:</a:t>
            </a:r>
            <a:br/>
            <a:r>
              <a:t>systemctl start/enable/status pothole-streamlit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NGINX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Reverse Proxy &amp; SSL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Nginx Configuration Block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Exposes app on standard HTTP port 80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File: /etc/nginx/sites-available/pothole-app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Proxy Pass:</a:t>
            </a:r>
            <a:br/>
            <a:r>
              <a:t>proxy_pass http://127.0.0.1:8501;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Upload Sizes:</a:t>
            </a:r>
            <a:br/>
            <a:r>
              <a:t>client_max_body_size 50M; (essential for large computer vision images)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Headers:</a:t>
            </a:r>
            <a:br/>
            <a:r>
              <a:t>Configure Upgrade &amp; Connection headers to support Streamlit WebSockets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Let's Encrypt SSL Securing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Install Certbot tool:</a:t>
            </a:r>
            <a:br/>
            <a:r>
              <a:t>sudo apt install certbot python3-certbot-nginx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Run Certbot auto-installer:</a:t>
            </a:r>
            <a:br/>
            <a:r>
              <a:t>sudo certbot --nginx -d app.yourdomain.com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Automated Redirects:</a:t>
            </a:r>
            <a:br/>
            <a:r>
              <a:t>Certbot will auto-route HTTP port 80 requests to secure HTTPS port 443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Auto-renewal checks are set up via a system cron job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RUNPOD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RunPod Platform Hosting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321" y="1645920"/>
            <a:ext cx="5440807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Method A: </a:t>
            </a:r>
            <a:r>
              <a:rPr dirty="0" err="1"/>
              <a:t>RunPod</a:t>
            </a:r>
            <a:r>
              <a:rPr dirty="0"/>
              <a:t> Pods (Persistent)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Billing Model:</a:t>
            </a:r>
            <a:br>
              <a:rPr dirty="0"/>
            </a:br>
            <a:r>
              <a:rPr dirty="0"/>
              <a:t>Rented compute instances charged hourly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Storage System:</a:t>
            </a:r>
            <a:br>
              <a:rPr dirty="0"/>
            </a:br>
            <a:r>
              <a:rPr dirty="0"/>
              <a:t>Persistent network volume mounted, preserving data on pod restart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Access Modes:</a:t>
            </a:r>
            <a:br>
              <a:rPr dirty="0"/>
            </a:br>
            <a:r>
              <a:rPr dirty="0"/>
              <a:t>Includes built-in </a:t>
            </a:r>
            <a:r>
              <a:rPr dirty="0" err="1"/>
              <a:t>Jupyter</a:t>
            </a:r>
            <a:r>
              <a:rPr dirty="0"/>
              <a:t> Lab and direct SSH terminals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Best Used For:</a:t>
            </a:r>
            <a:br>
              <a:rPr dirty="0"/>
            </a:br>
            <a:r>
              <a:rPr dirty="0"/>
              <a:t>Active model development, debugging, and continuous web dashboard hosting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78424" y="1645920"/>
            <a:ext cx="635508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Method B: </a:t>
            </a:r>
            <a:r>
              <a:rPr dirty="0" err="1"/>
              <a:t>RunPod</a:t>
            </a:r>
            <a:r>
              <a:rPr dirty="0"/>
              <a:t> Serverless (Autoscaling)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Billing Model:</a:t>
            </a:r>
            <a:br>
              <a:rPr dirty="0"/>
            </a:br>
            <a:r>
              <a:rPr dirty="0"/>
              <a:t>Charged per-second of execution time. Billed only when handling active queries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Idle Cost:</a:t>
            </a:r>
            <a:br>
              <a:rPr dirty="0"/>
            </a:br>
            <a:r>
              <a:rPr dirty="0"/>
              <a:t>$0.00 when system has no requests in queue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Autoscaling:</a:t>
            </a:r>
            <a:br>
              <a:rPr dirty="0"/>
            </a:br>
            <a:r>
              <a:rPr dirty="0"/>
              <a:t>Automatically scales workers from 0 to N based on traffic demand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Best Used For:</a:t>
            </a:r>
            <a:br>
              <a:rPr dirty="0"/>
            </a:br>
            <a:r>
              <a:rPr dirty="0"/>
              <a:t>High-volume production APIs and sporadic, cost-sensitive web backends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RUNPOD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GPU Selection and VRAM Guidelines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VRAM Allocations by Task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Computer Vision &amp; Light Models (YOLO, ResNet):</a:t>
            </a:r>
            <a:br/>
            <a:r>
              <a:t>Needs 8GB - 24GB VRAM (RTX 4090, L4 are perfect)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Medium LLMs / Diffusion (Llama 8B, SDXL):</a:t>
            </a:r>
            <a:br/>
            <a:r>
              <a:t>Needs 24GB - 48GB VRAM (RTX 4090, A6000)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Large Enterprise LLMs (Llama 70B, DeepSeek R1):</a:t>
            </a:r>
            <a:br/>
            <a:r>
              <a:t>Needs 80GB+ VRAM (A100 or H100 GPU)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Pricing &amp; Clouds Selection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RTX 4090 / L4 (24GB):</a:t>
            </a:r>
            <a:br/>
            <a:r>
              <a:t>~$0.55 - $0.89 per hour. Great value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A100 / H100 (80GB):</a:t>
            </a:r>
            <a:br/>
            <a:r>
              <a:t>~$2.20 - $4.70 per hour. Peak performance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Secure Cloud:</a:t>
            </a:r>
            <a:br/>
            <a:r>
              <a:t>Hosted in tier-3 enterprise data centers. Guaranteed uptime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Community Cloud:</a:t>
            </a:r>
            <a:br/>
            <a:r>
              <a:t>Peer-to-peer rented hardware. Up to 50% cheaper but slight interruption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RUNPOD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Deploying RunPod Pods (Step-by-Step)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1. Pod Template &amp; Provisioning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Create Template in </a:t>
            </a:r>
            <a:r>
              <a:rPr dirty="0" err="1"/>
              <a:t>RunPod</a:t>
            </a:r>
            <a:r>
              <a:rPr dirty="0"/>
              <a:t> dashboard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Base image:</a:t>
            </a:r>
            <a:br>
              <a:rPr dirty="0"/>
            </a:br>
            <a:r>
              <a:rPr dirty="0" err="1"/>
              <a:t>runpod</a:t>
            </a:r>
            <a:r>
              <a:rPr dirty="0"/>
              <a:t>/pytorch:2.1.0-py3.10-cuda11.8.0-devel-ubuntu22.04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Storage settings:</a:t>
            </a:r>
            <a:br>
              <a:rPr dirty="0"/>
            </a:br>
            <a:r>
              <a:rPr dirty="0"/>
              <a:t>Allocate 20GB Container Disk &amp; 50GB Volume Disk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Expose Ports:</a:t>
            </a:r>
            <a:br>
              <a:rPr dirty="0"/>
            </a:br>
            <a:r>
              <a:rPr dirty="0"/>
              <a:t>Add Port 8501 to external route bindings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12" y="1645920"/>
            <a:ext cx="5619052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2. Code Deployment &amp; Execution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Boot Pod on chosen GPU (e.g. RTX 4090)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Connect to </a:t>
            </a:r>
            <a:r>
              <a:rPr dirty="0" err="1"/>
              <a:t>Jupyter</a:t>
            </a:r>
            <a:r>
              <a:rPr dirty="0"/>
              <a:t> Lab or connect via SSH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Navigate to workspace network volume:</a:t>
            </a:r>
            <a:br>
              <a:rPr dirty="0"/>
            </a:br>
            <a:r>
              <a:rPr dirty="0"/>
              <a:t>cd /workspace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Clone repo &amp; install packages:</a:t>
            </a:r>
            <a:br>
              <a:rPr dirty="0"/>
            </a:br>
            <a:r>
              <a:rPr dirty="0"/>
              <a:t>git clone &lt;repo&gt; &amp;&amp; pip install -r requirements.txt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Run dashboard:</a:t>
            </a:r>
            <a:br>
              <a:rPr dirty="0"/>
            </a:br>
            <a:r>
              <a:rPr dirty="0" err="1"/>
              <a:t>streamlit</a:t>
            </a:r>
            <a:r>
              <a:rPr dirty="0"/>
              <a:t> run pothole.py --</a:t>
            </a:r>
            <a:r>
              <a:rPr dirty="0" err="1"/>
              <a:t>server.port</a:t>
            </a:r>
            <a:r>
              <a:rPr dirty="0"/>
              <a:t> 8501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Access app using the secure </a:t>
            </a:r>
            <a:r>
              <a:rPr dirty="0" err="1"/>
              <a:t>RunPod</a:t>
            </a:r>
            <a:r>
              <a:rPr dirty="0"/>
              <a:t> HTTPS proxy 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RUNPOD HOSTING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Deploying RunPod Serverless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616" y="1645920"/>
            <a:ext cx="5495544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1. Handler Logic (handler.py)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Create script integrating </a:t>
            </a:r>
            <a:r>
              <a:rPr dirty="0" err="1"/>
              <a:t>runpod</a:t>
            </a:r>
            <a:r>
              <a:rPr dirty="0"/>
              <a:t> SDK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Load YOLO model weights globally during worker container boot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Write handler function to receive JSON query data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Extract base64-encoded image and decode bytes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Execute model inference, format coordinates list, and return output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Initialize loop:</a:t>
            </a:r>
            <a:br>
              <a:rPr dirty="0"/>
            </a:br>
            <a:r>
              <a:rPr dirty="0" err="1"/>
              <a:t>runpod.serverless.start</a:t>
            </a:r>
            <a:r>
              <a:rPr dirty="0"/>
              <a:t>({'handler': </a:t>
            </a:r>
            <a:r>
              <a:rPr dirty="0" err="1"/>
              <a:t>run_inference</a:t>
            </a:r>
            <a:r>
              <a:rPr dirty="0"/>
              <a:t>})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2. Packaging &amp; Endpoint Creation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Write custom </a:t>
            </a:r>
            <a:r>
              <a:rPr dirty="0" err="1"/>
              <a:t>Dockerfile</a:t>
            </a:r>
            <a:r>
              <a:rPr dirty="0"/>
              <a:t> with python-</a:t>
            </a:r>
            <a:r>
              <a:rPr dirty="0" err="1"/>
              <a:t>runpod</a:t>
            </a:r>
            <a:r>
              <a:rPr dirty="0"/>
              <a:t> </a:t>
            </a:r>
            <a:r>
              <a:rPr dirty="0" err="1"/>
              <a:t>sdk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Bake model/best.pt weights directly into Docker image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Build, tag, and push image to public registry (Docker Hub)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Configure Serverless Endpoint in </a:t>
            </a:r>
            <a:r>
              <a:rPr dirty="0" err="1"/>
              <a:t>RunPod</a:t>
            </a:r>
            <a:r>
              <a:rPr dirty="0"/>
              <a:t> console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Set scale parameters:</a:t>
            </a:r>
            <a:br>
              <a:rPr dirty="0"/>
            </a:br>
            <a:r>
              <a:rPr dirty="0"/>
              <a:t>Min Workers: 0 (saves cost), Max Workers: 10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rPr dirty="0"/>
              <a:t>• Request jobs by posting JSON payload to endpoint URL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DEPLOYMENT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Deployment Decision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Server vs Pod vs Serverless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Self-Hosted Docker:</a:t>
            </a:r>
            <a:br/>
            <a:r>
              <a:t>Fixed monthly cost, 100% idle charges. Manual scaling, zero cold start latency. Best for stable, predictable workloads.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RunPod Pods:</a:t>
            </a:r>
            <a:br/>
            <a:r>
              <a:t>Hourly charges. Great for interactive debugging, manual prototyping and running Streamlit panels dynamically.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RunPod Serverless:</a:t>
            </a:r>
            <a:br/>
            <a:r>
              <a:t>Pay-per-second, $0.00 idle cost. Fully automated scaling (scales to 0). Small cold-start latency when scaling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2C55E"/>
                </a:solidFill>
                <a:latin typeface="Segoe UI"/>
              </a:defRPr>
            </a:pPr>
            <a:r>
              <a:t>Core Recommendation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1. For Development &amp; Prototyping:</a:t>
            </a:r>
            <a:br/>
            <a:r>
              <a:t>Use RunPod Pods (RTX 4090) for instant GPU iteration.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2. For Consistent On-Premises Serving:</a:t>
            </a:r>
            <a:br/>
            <a:r>
              <a:t>Use Docker Compose on your Ubuntu Server with NVIDIA Container Toolkit.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Segoe UI"/>
              </a:defRPr>
            </a:pPr>
            <a:r>
              <a:t>• 3. For Elastic APIs / High-Volume Web Apps:</a:t>
            </a:r>
            <a:br/>
            <a:r>
              <a:t>Use RunPod Serverless to keep running costs at a absolute minimum.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1656</Words>
  <Application>Microsoft Office PowerPoint</Application>
  <PresentationFormat>Custom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Saiful islam</cp:lastModifiedBy>
  <cp:revision>2</cp:revision>
  <dcterms:created xsi:type="dcterms:W3CDTF">2013-01-27T09:14:16Z</dcterms:created>
  <dcterms:modified xsi:type="dcterms:W3CDTF">2026-06-24T03:02:54Z</dcterms:modified>
  <cp:category/>
</cp:coreProperties>
</file>