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38BDF8"/>
                </a:solidFill>
                <a:latin typeface="Segoe UI"/>
              </a:defRPr>
            </a:pPr>
            <a:r>
              <a:t>PRODUCTION PIPELINE FOR PRE-TRAINED MODELS</a:t>
            </a:r>
          </a:p>
          <a:p>
            <a:pPr>
              <a:defRPr sz="5400" b="1">
                <a:solidFill>
                  <a:srgbClr val="F8FAFC"/>
                </a:solidFill>
                <a:latin typeface="Segoe UI"/>
              </a:defRPr>
            </a:pPr>
            <a:r>
              <a:t>Docker AI Deployment Guide</a:t>
            </a:r>
          </a:p>
          <a:p>
            <a:pPr>
              <a:spcBef>
                <a:spcPts val="500"/>
              </a:spcBef>
              <a:defRPr sz="2800">
                <a:solidFill>
                  <a:srgbClr val="94A3B8"/>
                </a:solidFill>
                <a:latin typeface="Segoe UI"/>
              </a:defRPr>
            </a:pPr>
            <a:r>
              <a:t>2-Step Guide: Standard Server &amp; RunPod Cloud GPUs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530352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38BDF8"/>
                </a:solidFill>
                <a:latin typeface="Segoe UI"/>
              </a:defRPr>
            </a:pPr>
            <a:r>
              <a:t>One Unified Dockerfile Setup • Clean Deployment Workspace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DOCKER AI 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Segoe UI"/>
              </a:defRPr>
            </a:pPr>
            <a:r>
              <a:t>Presentation 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11480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1800" b="1">
                <a:solidFill>
                  <a:srgbClr val="38BDF8"/>
                </a:solidFill>
                <a:latin typeface="Segoe UI"/>
              </a:defRPr>
            </a:pPr>
            <a:r>
              <a:t>Step 1: Deploy on a Server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Hardware check: GPU vs CPU hosts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NVIDIA Container Toolkit installation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Unified Dockerfile &amp; docker-compose configurations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Running the stack with container commands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Automatic CPU-only fallback options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645920"/>
            <a:ext cx="5120640" cy="411480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1800" b="1">
                <a:solidFill>
                  <a:srgbClr val="38BDF8"/>
                </a:solidFill>
                <a:latin typeface="Segoe UI"/>
              </a:defRPr>
            </a:pPr>
            <a:r>
              <a:t>Step 2: Deploy on RunPod &amp; CI/CD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Interactive workspaces using RunPod Pods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On-Demand autoscaling with RunPod Serverless API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Building and deploying handler container wrappers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CI/CD workflow: Continuous Delivery for ML (CD4ML)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CONFIGURATION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Segoe UI"/>
              </a:defRPr>
            </a:pPr>
            <a:r>
              <a:t>Unified Dockerfile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11480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1800" b="1">
                <a:solidFill>
                  <a:srgbClr val="38BDF8"/>
                </a:solidFill>
                <a:latin typeface="Segoe UI"/>
              </a:defRPr>
            </a:pPr>
            <a:r>
              <a:t>Key Image Features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Base Image:</a:t>
            </a:r>
            <a:br/>
            <a:r>
              <a:t>FROM pytorch/pytorch:2.1.0-cuda12.1-cudnn8-runtime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Built-in CUDA support which automatically runs on GPU when present, and seamlessly falls back to CPU on standard servers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Pre-installed system requirements for OpenCV graphics layers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Installs python dependencies via PIP cache mechanisms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645920"/>
            <a:ext cx="5120640" cy="411480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1800" b="1">
                <a:solidFill>
                  <a:srgbClr val="38BDF8"/>
                </a:solidFill>
                <a:latin typeface="Segoe UI"/>
              </a:defRPr>
            </a:pPr>
            <a:r>
              <a:t>Dockerfile Code Layout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Sets non-interactive environment headers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Installs mesa-glx and glib2.0 libraries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Copies pip requirements.txt file and installs packages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Copies local model/best.pt weights and pothole.py source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Exposes default Streamlit web client port: EXPOSE 8501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Launches application using CMD streamlit commands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CONFIGURATION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Segoe UI"/>
              </a:defRPr>
            </a:pPr>
            <a:r>
              <a:t>Unified docker-compose.yml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11480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1800" b="1">
                <a:solidFill>
                  <a:srgbClr val="38BDF8"/>
                </a:solidFill>
                <a:latin typeface="Segoe UI"/>
              </a:defRPr>
            </a:pPr>
            <a:r>
              <a:t>Unified Compose Configuration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Build Settings:</a:t>
            </a:r>
            <a:br/>
            <a:r>
              <a:t>Points directly to current directory and local Dockerfile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Port Mapping:</a:t>
            </a:r>
            <a:br/>
            <a:r>
              <a:t>Maps container port 8501 to host port 8501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Restart Policy:</a:t>
            </a:r>
            <a:br/>
            <a:r>
              <a:t>Set to 'always' for crash recovery and boot starts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Memory optimizations:</a:t>
            </a:r>
            <a:br/>
            <a:r>
              <a:t>Defines PYTORCH_CUDA_ALLOC_CONF settings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645920"/>
            <a:ext cx="5120640" cy="411480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1800" b="1">
                <a:solidFill>
                  <a:srgbClr val="38BDF8"/>
                </a:solidFill>
                <a:latin typeface="Segoe UI"/>
              </a:defRPr>
            </a:pPr>
            <a:r>
              <a:t>Multi-Hardware Bridging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GPU Pass-through reservation details:</a:t>
            </a:r>
            <a:br/>
            <a:r>
              <a:t>deploy:</a:t>
            </a:r>
            <a:br/>
            <a:r>
              <a:t>  resources:</a:t>
            </a:r>
            <a:br/>
            <a:r>
              <a:t>    reservations:</a:t>
            </a:r>
            <a:br/>
            <a:r>
              <a:t>      devices:</a:t>
            </a:r>
            <a:br/>
            <a:r>
              <a:t>        - driver: nvidia</a:t>
            </a:r>
            <a:br/>
            <a:r>
              <a:t>          count: all</a:t>
            </a:r>
            <a:br/>
            <a:r>
              <a:t>          capabilities: [gpu]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CPU-Only Fallback:</a:t>
            </a:r>
            <a:br/>
            <a:r>
              <a:t>If hosting on standard CPU server, simply comment out or delete the 'deploy' section. No other changes are needed!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UBUNTU 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Segoe UI"/>
              </a:defRPr>
            </a:pPr>
            <a:r>
              <a:t>Step 1: Host Server Installation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11480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1800" b="1">
                <a:solidFill>
                  <a:srgbClr val="38BDF8"/>
                </a:solidFill>
                <a:latin typeface="Segoe UI"/>
              </a:defRPr>
            </a:pPr>
            <a:r>
              <a:t>Option A: Host Has NVIDIA GPU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1. Install proprietary NVIDIA graphics driver:</a:t>
            </a:r>
            <a:br/>
            <a:r>
              <a:t>sudo ubuntu-drivers install &amp;&amp; sudo reboot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2. Install Docker runtime engine:</a:t>
            </a:r>
            <a:br/>
            <a:r>
              <a:t>sudo apt install -y docker.io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3. Configure repository &amp; install NVIDIA Container Toolkit:</a:t>
            </a:r>
            <a:br/>
            <a:r>
              <a:t>sudo apt install nvidia-container-toolkit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4. Configure runtime &amp; restart Docker:</a:t>
            </a:r>
            <a:br/>
            <a:r>
              <a:t>sudo nvidia-ctk runtime configure --runtime=docker</a:t>
            </a:r>
            <a:br/>
            <a:r>
              <a:t>sudo systemctl restart docker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645920"/>
            <a:ext cx="5120640" cy="411480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1800" b="1">
                <a:solidFill>
                  <a:srgbClr val="38BDF8"/>
                </a:solidFill>
                <a:latin typeface="Segoe UI"/>
              </a:defRPr>
            </a:pPr>
            <a:r>
              <a:t>Option B: Host is CPU-Only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1. No graphics drivers or toolkits required on host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2. Update apt repository cache:</a:t>
            </a:r>
            <a:br/>
            <a:r>
              <a:t>sudo apt update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3. Install standard Docker runtime:</a:t>
            </a:r>
            <a:br/>
            <a:r>
              <a:t>sudo apt install -y docker.io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4. Start Docker system service daemon:</a:t>
            </a:r>
            <a:br/>
            <a:r>
              <a:t>sudo systemctl enable --now docker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UBUNTU 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Segoe UI"/>
              </a:defRPr>
            </a:pPr>
            <a:r>
              <a:t>Step 1: Running the App on Your Server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11480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1800" b="1">
                <a:solidFill>
                  <a:srgbClr val="38BDF8"/>
                </a:solidFill>
                <a:latin typeface="Segoe UI"/>
              </a:defRPr>
            </a:pPr>
            <a:r>
              <a:t>Directory &amp; Run Steps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1. SSH into the server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2. Clone your model git repository into the system workspace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3. Ensure the folder has model/best.pt and pothole.py files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4. Place your Dockerfile &amp; docker-compose.yml in project root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5. Build and launch container stack:</a:t>
            </a:r>
            <a:br/>
            <a:r>
              <a:t>docker compose up -d --build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645920"/>
            <a:ext cx="5120640" cy="411480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1800" b="1">
                <a:solidFill>
                  <a:srgbClr val="38BDF8"/>
                </a:solidFill>
                <a:latin typeface="Segoe UI"/>
              </a:defRPr>
            </a:pPr>
            <a:r>
              <a:t>Verification Commands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Verify container status is active:</a:t>
            </a:r>
            <a:br/>
            <a:r>
              <a:t>docker ps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Monitor container execution logs:</a:t>
            </a:r>
            <a:br/>
            <a:r>
              <a:t>docker logs pothole-segmentation-app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Verify GPU acceleration is loaded:</a:t>
            </a:r>
            <a:br/>
            <a:r>
              <a:t>docker exec -it pothole-segmentation-app python -c "import torch; print(torch.cuda.is_available())"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RUNPOD 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Segoe UI"/>
              </a:defRPr>
            </a:pPr>
            <a:r>
              <a:t>Step 2: Deploying on RunPod Cloud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11480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1800" b="1">
                <a:solidFill>
                  <a:srgbClr val="38BDF8"/>
                </a:solidFill>
                <a:latin typeface="Segoe UI"/>
              </a:defRPr>
            </a:pPr>
            <a:r>
              <a:t>RunPod Pods (Interactive Mode)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Features: Full terminal access, Jupyter environment, GPU instances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Storage: Persistent Network Volumes keep model files safe during restarts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Port Exposure: Routes internal container port 8501 out securely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Best for: Interactive interfaces, client dashboard checks, active testing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645920"/>
            <a:ext cx="5120640" cy="411480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1800" b="1">
                <a:solidFill>
                  <a:srgbClr val="38BDF8"/>
                </a:solidFill>
                <a:latin typeface="Segoe UI"/>
              </a:defRPr>
            </a:pPr>
            <a:r>
              <a:t>RunPod Serverless (Elastic API)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Features: Scales container workers automatically based on traffic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Autoscaling limits: 0 to N worker containers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Idle Cost: $0.00 when system has no requests in queue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Requires: Building custom API wrapper (handler.py) and pushing image to Docker Hub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RUNPOD 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Segoe UI"/>
              </a:defRPr>
            </a:pPr>
            <a:r>
              <a:t>RunPod Serverless Deployment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11480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1800" b="1">
                <a:solidFill>
                  <a:srgbClr val="38BDF8"/>
                </a:solidFill>
                <a:latin typeface="Segoe UI"/>
              </a:defRPr>
            </a:pPr>
            <a:r>
              <a:t>1. API Handler (handler.py)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Add python script using runpod SDK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Load YOLO11 model weights globally at container start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Define inference method to extract request data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Receive base64 input image, decode, run inference, format output coordinates, and return results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Call worker agent:</a:t>
            </a:r>
            <a:br/>
            <a:r>
              <a:t>runpod.serverless.start({'handler': run_inference})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645920"/>
            <a:ext cx="5120640" cy="411480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1800" b="1">
                <a:solidFill>
                  <a:srgbClr val="38BDF8"/>
                </a:solidFill>
                <a:latin typeface="Segoe UI"/>
              </a:defRPr>
            </a:pPr>
            <a:r>
              <a:t>2. Container Pushing &amp; Configuration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Create Dockerfile with handler script and weights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Build and tag image: docker build -t username/yolo-app:latest .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Push image to Docker Hub registry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Create Serverless Endpoint in RunPod console using image name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Set scale boundaries: Min Workers: 0, Max Workers: 10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API calls are billed per second and autoscale instantly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MLOPS PIPELINES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Segoe UI"/>
              </a:defRPr>
            </a:pPr>
            <a:r>
              <a:t>CI/CD Pipeline (Continuous Delivery for ML)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11480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1800" b="1">
                <a:solidFill>
                  <a:srgbClr val="38BDF8"/>
                </a:solidFill>
                <a:latin typeface="Segoe UI"/>
              </a:defRPr>
            </a:pPr>
            <a:r>
              <a:t>CI/CD Workflow Steps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1. Push Code:</a:t>
            </a:r>
            <a:br/>
            <a:r>
              <a:t>Developer pushes edits or references to Git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2. Test Model:</a:t>
            </a:r>
            <a:br/>
            <a:r>
              <a:t>CI runs python tests verifying model weights load successfully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3. Package Container:</a:t>
            </a:r>
            <a:br/>
            <a:r>
              <a:t>Builds the Docker image caching the weights file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4. Publish Image:</a:t>
            </a:r>
            <a:br/>
            <a:r>
              <a:t>Docker image is pushed to central Docker Hub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5. Deploy Server:</a:t>
            </a:r>
            <a:br/>
            <a:r>
              <a:t>SSH command triggers target server to pull and restart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645920"/>
            <a:ext cx="5120640" cy="411480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1800" b="1">
                <a:solidFill>
                  <a:srgbClr val="38BDF8"/>
                </a:solidFill>
                <a:latin typeface="Segoe UI"/>
              </a:defRPr>
            </a:pPr>
            <a:r>
              <a:t>Handling Model Weights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Weights files (.pt) are too large for GitHub repositories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S3 / DVC integration:</a:t>
            </a:r>
            <a:br/>
            <a:r>
              <a:t>Store weights files in S3 or Google Cloud storage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Build-time fetch:</a:t>
            </a:r>
            <a:br/>
            <a:r>
              <a:t>The GitHub Actions build runner downloads the weights from storage and bakes them directly into the Docker image before pushing to the hub.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DEPLOYMENT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Segoe UI"/>
              </a:defRPr>
            </a:pPr>
            <a:r>
              <a:t>Summary Recommendations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11480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1800" b="1">
                <a:solidFill>
                  <a:srgbClr val="38BDF8"/>
                </a:solidFill>
                <a:latin typeface="Segoe UI"/>
              </a:defRPr>
            </a:pPr>
            <a:r>
              <a:t>Deployment Quick Guide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Ubuntu Server (GPU):</a:t>
            </a:r>
            <a:br/>
            <a:r>
              <a:t>Standard deployment path. Constant cost, high performance, full system settings control.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Ubuntu Server (CPU):</a:t>
            </a:r>
            <a:br/>
            <a:r>
              <a:t>Low traffic fallback. Simplest config (just comment out compose deploy block), cheap instance sizes.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RunPod Pods:</a:t>
            </a:r>
            <a:br/>
            <a:r>
              <a:t>Great for immediate UI dashboard testing and active model prototyping.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645920"/>
            <a:ext cx="5120640" cy="411480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1800" b="1">
                <a:solidFill>
                  <a:srgbClr val="22C55E"/>
                </a:solidFill>
                <a:latin typeface="Segoe UI"/>
              </a:defRPr>
            </a:pPr>
            <a:r>
              <a:t>Summary of Docker benefits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Single Configuration File:</a:t>
            </a:r>
            <a:br/>
            <a:r>
              <a:t>Same Dockerfile packages PyTorch, code, and weights for both AWS and RunPod.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Portability:</a:t>
            </a:r>
            <a:br/>
            <a:r>
              <a:t>No dependency conflicts between local test environments and cloud instances.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  <a:latin typeface="Segoe UI"/>
              </a:defRPr>
            </a:pPr>
            <a:r>
              <a:t>• Speed:</a:t>
            </a:r>
            <a:br/>
            <a:r>
              <a:t>Containers launch or re-compile in seconds, keeping production updates safe and simple.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